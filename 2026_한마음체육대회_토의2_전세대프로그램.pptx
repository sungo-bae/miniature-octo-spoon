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0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DC239A2-A534-9C1D-7964-D65BA8D0D997}">
          <p14:sldIdLst>
            <p14:sldId id="256"/>
            <p14:sldId id="257"/>
            <p14:sldId id="306"/>
          </p14:sldIdLst>
        </p14:section>
        <p14:section name="순서" id="{CAFE32B3-3EC2-6D94-E890-F184E43FBAA0}">
          <p14:sldIdLst/>
        </p14:section>
        <p14:section name="회의 개요" id="{E1966228-E12E-67C4-9F08-7F346B080E89}">
          <p14:sldIdLst>
            <p14:sldId id="297"/>
            <p14:sldId id="272"/>
            <p14:sldId id="273"/>
            <p14:sldId id="274"/>
            <p14:sldId id="278"/>
            <p14:sldId id="279"/>
            <p14:sldId id="280"/>
            <p14:sldId id="281"/>
            <p14:sldId id="296"/>
            <p14:sldId id="276"/>
            <p14:sldId id="283"/>
            <p14:sldId id="284"/>
            <p14:sldId id="286"/>
            <p14:sldId id="287"/>
            <p14:sldId id="288"/>
            <p14:sldId id="289"/>
            <p14:sldId id="290"/>
            <p14:sldId id="291"/>
            <p14:sldId id="292"/>
            <p14:sldId id="304"/>
            <p14:sldId id="305"/>
            <p14:sldId id="301"/>
            <p14:sldId id="302"/>
            <p14:sldId id="307"/>
            <p14:sldId id="294"/>
          </p14:sldIdLst>
        </p14:section>
        <p14:section name="행사 결과" id="{6027AF0F-E659-E724-2A8C-D2B16440F775}">
          <p14:sldIdLst/>
        </p14:section>
        <p14:section name="진행 검토" id="{0F61C175-13B4-6228-889C-832B217DA55D}">
          <p14:sldIdLst/>
        </p14:section>
        <p14:section name="예산 · 정산" id="{C658978D-BC30-7BD7-C2A4-E9C848ED0695}">
          <p14:sldIdLst/>
        </p14:section>
        <p14:section name="만족도 설문" id="{5B2193CA-4DF5-B4DD-0947-612C88621E6C}">
          <p14:sldIdLst/>
        </p14:section>
        <p14:section name="돌아보기 · 개선" id="{C6927321-55C4-0A2B-3B06-02C785553DAA}">
          <p14:sldIdLst/>
        </p14:section>
        <p14:section name="결정 요청" id="{E2282175-EAD8-2E70-D490-58951921520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661F"/>
    <a:srgbClr val="000000"/>
    <a:srgbClr val="3333FF"/>
    <a:srgbClr val="F2F9FC"/>
    <a:srgbClr val="1D3C5C"/>
    <a:srgbClr val="123A63"/>
    <a:srgbClr val="E6F1FB"/>
    <a:srgbClr val="F4F7FB"/>
    <a:srgbClr val="CCEC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3DF63-3D5D-4939-BADF-390B95B752DE}" v="138" dt="2026-10-16T05:50:31.884"/>
    <p1510:client id="{276139DE-835A-4C71-A174-EDF36C83FD3B}" v="13" dt="2026-10-16T06:23:06.066"/>
    <p1510:client id="{8E9D02A6-A743-446D-8A92-C75AD2475C0B}" v="170" dt="2026-10-15T10:28:58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6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맑음 오늘도" userId="c061ed4462ae7684" providerId="LiveId" clId="{B9664DEC-20FC-45F3-BD15-008E635AEDED}"/>
    <pc:docChg chg="undo custSel addSld delSld modSld modSection">
      <pc:chgData name="맑음 오늘도" userId="c061ed4462ae7684" providerId="LiveId" clId="{B9664DEC-20FC-45F3-BD15-008E635AEDED}" dt="2026-10-16T06:24:37.605" v="892" actId="1036"/>
      <pc:docMkLst>
        <pc:docMk/>
      </pc:docMkLst>
      <pc:sldChg chg="modSp mod">
        <pc:chgData name="맑음 오늘도" userId="c061ed4462ae7684" providerId="LiveId" clId="{B9664DEC-20FC-45F3-BD15-008E635AEDED}" dt="2026-10-16T06:07:09.528" v="21" actId="113"/>
        <pc:sldMkLst>
          <pc:docMk/>
          <pc:sldMk cId="0" sldId="257"/>
        </pc:sldMkLst>
        <pc:spChg chg="mod">
          <ac:chgData name="맑음 오늘도" userId="c061ed4462ae7684" providerId="LiveId" clId="{B9664DEC-20FC-45F3-BD15-008E635AEDED}" dt="2026-10-16T06:07:09.528" v="21" actId="113"/>
          <ac:spMkLst>
            <pc:docMk/>
            <pc:sldMk cId="0" sldId="257"/>
            <ac:spMk id="49" creationId="{BEA9A702-DFBB-8912-CDCA-E4EC93A3DB32}"/>
          </ac:spMkLst>
        </pc:spChg>
      </pc:sldChg>
      <pc:sldChg chg="modSp mod">
        <pc:chgData name="맑음 오늘도" userId="c061ed4462ae7684" providerId="LiveId" clId="{B9664DEC-20FC-45F3-BD15-008E635AEDED}" dt="2026-10-16T06:17:53.556" v="713" actId="207"/>
        <pc:sldMkLst>
          <pc:docMk/>
          <pc:sldMk cId="2746901243" sldId="276"/>
        </pc:sldMkLst>
        <pc:graphicFrameChg chg="modGraphic">
          <ac:chgData name="맑음 오늘도" userId="c061ed4462ae7684" providerId="LiveId" clId="{B9664DEC-20FC-45F3-BD15-008E635AEDED}" dt="2026-10-16T06:17:53.556" v="713" actId="207"/>
          <ac:graphicFrameMkLst>
            <pc:docMk/>
            <pc:sldMk cId="2746901243" sldId="276"/>
            <ac:graphicFrameMk id="4" creationId="{142C24DE-29D4-D903-233C-00C833FDF5F6}"/>
          </ac:graphicFrameMkLst>
        </pc:graphicFrameChg>
      </pc:sldChg>
      <pc:sldChg chg="modSp mod">
        <pc:chgData name="맑음 오늘도" userId="c061ed4462ae7684" providerId="LiveId" clId="{B9664DEC-20FC-45F3-BD15-008E635AEDED}" dt="2026-10-16T06:13:56.430" v="295" actId="20577"/>
        <pc:sldMkLst>
          <pc:docMk/>
          <pc:sldMk cId="39224866" sldId="280"/>
        </pc:sldMkLst>
        <pc:spChg chg="mod">
          <ac:chgData name="맑음 오늘도" userId="c061ed4462ae7684" providerId="LiveId" clId="{B9664DEC-20FC-45F3-BD15-008E635AEDED}" dt="2026-10-16T06:13:56.430" v="295" actId="20577"/>
          <ac:spMkLst>
            <pc:docMk/>
            <pc:sldMk cId="39224866" sldId="280"/>
            <ac:spMk id="12" creationId="{6444A2F5-49BC-3907-AC91-2DD69EEFF275}"/>
          </ac:spMkLst>
        </pc:spChg>
        <pc:graphicFrameChg chg="modGraphic">
          <ac:chgData name="맑음 오늘도" userId="c061ed4462ae7684" providerId="LiveId" clId="{B9664DEC-20FC-45F3-BD15-008E635AEDED}" dt="2026-10-16T06:13:33.291" v="274" actId="6549"/>
          <ac:graphicFrameMkLst>
            <pc:docMk/>
            <pc:sldMk cId="39224866" sldId="280"/>
            <ac:graphicFrameMk id="22" creationId="{C0C97B95-9E41-5B3F-8DA4-D8AD4DC543FD}"/>
          </ac:graphicFrameMkLst>
        </pc:graphicFrameChg>
      </pc:sldChg>
      <pc:sldChg chg="modSp mod">
        <pc:chgData name="맑음 오늘도" userId="c061ed4462ae7684" providerId="LiveId" clId="{B9664DEC-20FC-45F3-BD15-008E635AEDED}" dt="2026-10-16T06:17:32.941" v="712" actId="20577"/>
        <pc:sldMkLst>
          <pc:docMk/>
          <pc:sldMk cId="1209663980" sldId="281"/>
        </pc:sldMkLst>
        <pc:graphicFrameChg chg="modGraphic">
          <ac:chgData name="맑음 오늘도" userId="c061ed4462ae7684" providerId="LiveId" clId="{B9664DEC-20FC-45F3-BD15-008E635AEDED}" dt="2026-10-16T06:17:32.941" v="712" actId="20577"/>
          <ac:graphicFrameMkLst>
            <pc:docMk/>
            <pc:sldMk cId="1209663980" sldId="281"/>
            <ac:graphicFrameMk id="22" creationId="{17C44AA6-BC32-DA86-57C3-EDA1531A9194}"/>
          </ac:graphicFrameMkLst>
        </pc:graphicFrameChg>
      </pc:sldChg>
      <pc:sldChg chg="addSp delSp modSp mod">
        <pc:chgData name="맑음 오늘도" userId="c061ed4462ae7684" providerId="LiveId" clId="{B9664DEC-20FC-45F3-BD15-008E635AEDED}" dt="2026-10-16T06:24:37.605" v="892" actId="1036"/>
        <pc:sldMkLst>
          <pc:docMk/>
          <pc:sldMk cId="4064717819" sldId="290"/>
        </pc:sldMkLst>
        <pc:spChg chg="add mod">
          <ac:chgData name="맑음 오늘도" userId="c061ed4462ae7684" providerId="LiveId" clId="{B9664DEC-20FC-45F3-BD15-008E635AEDED}" dt="2026-10-16T06:24:09.992" v="884" actId="1036"/>
          <ac:spMkLst>
            <pc:docMk/>
            <pc:sldMk cId="4064717819" sldId="290"/>
            <ac:spMk id="20" creationId="{6FED56CD-3CEF-5E85-427E-43CD74CD439B}"/>
          </ac:spMkLst>
        </pc:spChg>
        <pc:spChg chg="mod">
          <ac:chgData name="맑음 오늘도" userId="c061ed4462ae7684" providerId="LiveId" clId="{B9664DEC-20FC-45F3-BD15-008E635AEDED}" dt="2026-10-16T06:24:04.375" v="874" actId="1076"/>
          <ac:spMkLst>
            <pc:docMk/>
            <pc:sldMk cId="4064717819" sldId="290"/>
            <ac:spMk id="27" creationId="{D233AF33-D4C0-845A-BBC9-E1E78EBF25E6}"/>
          </ac:spMkLst>
        </pc:spChg>
        <pc:cxnChg chg="add del mod">
          <ac:chgData name="맑음 오늘도" userId="c061ed4462ae7684" providerId="LiveId" clId="{B9664DEC-20FC-45F3-BD15-008E635AEDED}" dt="2026-10-16T06:21:02.757" v="779" actId="478"/>
          <ac:cxnSpMkLst>
            <pc:docMk/>
            <pc:sldMk cId="4064717819" sldId="290"/>
            <ac:cxnSpMk id="24" creationId="{4BE90F2B-CDD5-4592-2A12-6FBF73AD42EE}"/>
          </ac:cxnSpMkLst>
        </pc:cxnChg>
        <pc:cxnChg chg="add mod">
          <ac:chgData name="맑음 오늘도" userId="c061ed4462ae7684" providerId="LiveId" clId="{B9664DEC-20FC-45F3-BD15-008E635AEDED}" dt="2026-10-16T06:24:37.605" v="892" actId="1036"/>
          <ac:cxnSpMkLst>
            <pc:docMk/>
            <pc:sldMk cId="4064717819" sldId="290"/>
            <ac:cxnSpMk id="33" creationId="{77584D2D-2796-6AB7-146C-CE32C5808287}"/>
          </ac:cxnSpMkLst>
        </pc:cxnChg>
      </pc:sldChg>
      <pc:sldChg chg="addSp delSp modSp del mod">
        <pc:chgData name="맑음 오늘도" userId="c061ed4462ae7684" providerId="LiveId" clId="{B9664DEC-20FC-45F3-BD15-008E635AEDED}" dt="2026-10-16T06:07:25.540" v="22" actId="47"/>
        <pc:sldMkLst>
          <pc:docMk/>
          <pc:sldMk cId="1947033133" sldId="298"/>
        </pc:sldMkLst>
        <pc:spChg chg="mod">
          <ac:chgData name="맑음 오늘도" userId="c061ed4462ae7684" providerId="LiveId" clId="{B9664DEC-20FC-45F3-BD15-008E635AEDED}" dt="2026-10-16T06:06:12.901" v="15" actId="21"/>
          <ac:spMkLst>
            <pc:docMk/>
            <pc:sldMk cId="1947033133" sldId="298"/>
            <ac:spMk id="8" creationId="{4444D9C0-70FC-0DE2-4E2B-01EEE81E05BF}"/>
          </ac:spMkLst>
        </pc:spChg>
        <pc:picChg chg="add del mod">
          <ac:chgData name="맑음 오늘도" userId="c061ed4462ae7684" providerId="LiveId" clId="{B9664DEC-20FC-45F3-BD15-008E635AEDED}" dt="2026-10-16T06:02:06.755" v="2" actId="478"/>
          <ac:picMkLst>
            <pc:docMk/>
            <pc:sldMk cId="1947033133" sldId="298"/>
            <ac:picMk id="5" creationId="{4BD18CD1-2BCF-3396-4375-7D129B031F4E}"/>
          </ac:picMkLst>
        </pc:picChg>
      </pc:sldChg>
      <pc:sldChg chg="del">
        <pc:chgData name="맑음 오늘도" userId="c061ed4462ae7684" providerId="LiveId" clId="{B9664DEC-20FC-45F3-BD15-008E635AEDED}" dt="2026-10-16T06:11:17.561" v="120" actId="47"/>
        <pc:sldMkLst>
          <pc:docMk/>
          <pc:sldMk cId="2365802007" sldId="299"/>
        </pc:sldMkLst>
      </pc:sldChg>
      <pc:sldChg chg="del">
        <pc:chgData name="맑음 오늘도" userId="c061ed4462ae7684" providerId="LiveId" clId="{B9664DEC-20FC-45F3-BD15-008E635AEDED}" dt="2026-10-16T06:08:53.255" v="24" actId="47"/>
        <pc:sldMkLst>
          <pc:docMk/>
          <pc:sldMk cId="1467879813" sldId="300"/>
        </pc:sldMkLst>
      </pc:sldChg>
      <pc:sldChg chg="modSp mod">
        <pc:chgData name="맑음 오늘도" userId="c061ed4462ae7684" providerId="LiveId" clId="{B9664DEC-20FC-45F3-BD15-008E635AEDED}" dt="2026-10-16T06:10:16.832" v="108" actId="20577"/>
        <pc:sldMkLst>
          <pc:docMk/>
          <pc:sldMk cId="2387003603" sldId="302"/>
        </pc:sldMkLst>
        <pc:graphicFrameChg chg="mod modGraphic">
          <ac:chgData name="맑음 오늘도" userId="c061ed4462ae7684" providerId="LiveId" clId="{B9664DEC-20FC-45F3-BD15-008E635AEDED}" dt="2026-10-16T06:10:16.832" v="108" actId="20577"/>
          <ac:graphicFrameMkLst>
            <pc:docMk/>
            <pc:sldMk cId="2387003603" sldId="302"/>
            <ac:graphicFrameMk id="35" creationId="{BD63D84E-681B-B316-E614-97580B575810}"/>
          </ac:graphicFrameMkLst>
        </pc:graphicFrameChg>
      </pc:sldChg>
      <pc:sldChg chg="del">
        <pc:chgData name="맑음 오늘도" userId="c061ed4462ae7684" providerId="LiveId" clId="{B9664DEC-20FC-45F3-BD15-008E635AEDED}" dt="2026-10-16T06:10:47.877" v="114" actId="47"/>
        <pc:sldMkLst>
          <pc:docMk/>
          <pc:sldMk cId="4240718287" sldId="303"/>
        </pc:sldMkLst>
      </pc:sldChg>
      <pc:sldChg chg="modSp add mod setBg">
        <pc:chgData name="맑음 오늘도" userId="c061ed4462ae7684" providerId="LiveId" clId="{B9664DEC-20FC-45F3-BD15-008E635AEDED}" dt="2026-10-16T06:06:24.851" v="18" actId="20577"/>
        <pc:sldMkLst>
          <pc:docMk/>
          <pc:sldMk cId="1073233487" sldId="304"/>
        </pc:sldMkLst>
        <pc:spChg chg="mod">
          <ac:chgData name="맑음 오늘도" userId="c061ed4462ae7684" providerId="LiveId" clId="{B9664DEC-20FC-45F3-BD15-008E635AEDED}" dt="2026-10-16T06:06:24.851" v="18" actId="20577"/>
          <ac:spMkLst>
            <pc:docMk/>
            <pc:sldMk cId="1073233487" sldId="304"/>
            <ac:spMk id="8" creationId="{B30204BE-ECD2-EE8A-D9C1-5FDB5233151F}"/>
          </ac:spMkLst>
        </pc:spChg>
        <pc:graphicFrameChg chg="modGraphic">
          <ac:chgData name="맑음 오늘도" userId="c061ed4462ae7684" providerId="LiveId" clId="{B9664DEC-20FC-45F3-BD15-008E635AEDED}" dt="2026-10-16T06:03:22.098" v="13" actId="6549"/>
          <ac:graphicFrameMkLst>
            <pc:docMk/>
            <pc:sldMk cId="1073233487" sldId="304"/>
            <ac:graphicFrameMk id="118" creationId="{00000000-0000-0000-0000-000000000000}"/>
          </ac:graphicFrameMkLst>
        </pc:graphicFrameChg>
      </pc:sldChg>
      <pc:sldChg chg="modSp add mod">
        <pc:chgData name="맑음 오늘도" userId="c061ed4462ae7684" providerId="LiveId" clId="{B9664DEC-20FC-45F3-BD15-008E635AEDED}" dt="2026-10-16T06:09:10.180" v="27" actId="113"/>
        <pc:sldMkLst>
          <pc:docMk/>
          <pc:sldMk cId="277734138" sldId="305"/>
        </pc:sldMkLst>
        <pc:graphicFrameChg chg="modGraphic">
          <ac:chgData name="맑음 오늘도" userId="c061ed4462ae7684" providerId="LiveId" clId="{B9664DEC-20FC-45F3-BD15-008E635AEDED}" dt="2026-10-16T06:09:10.180" v="27" actId="113"/>
          <ac:graphicFrameMkLst>
            <pc:docMk/>
            <pc:sldMk cId="277734138" sldId="305"/>
            <ac:graphicFrameMk id="35" creationId="{B0558409-6131-A491-0D42-A6448088BF96}"/>
          </ac:graphicFrameMkLst>
        </pc:graphicFrameChg>
      </pc:sldChg>
      <pc:sldChg chg="add del setBg">
        <pc:chgData name="맑음 오늘도" userId="c061ed4462ae7684" providerId="LiveId" clId="{B9664DEC-20FC-45F3-BD15-008E635AEDED}" dt="2026-10-16T06:10:46.123" v="113" actId="47"/>
        <pc:sldMkLst>
          <pc:docMk/>
          <pc:sldMk cId="1843439200" sldId="306"/>
        </pc:sldMkLst>
      </pc:sldChg>
      <pc:sldChg chg="add del">
        <pc:chgData name="맑음 오늘도" userId="c061ed4462ae7684" providerId="LiveId" clId="{B9664DEC-20FC-45F3-BD15-008E635AEDED}" dt="2026-10-16T06:11:15.084" v="119" actId="47"/>
        <pc:sldMkLst>
          <pc:docMk/>
          <pc:sldMk cId="3052251927" sldId="30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4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FC32-8809-8C9E-8034-234100EB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859FC-5CBE-CAB9-1FEB-3C6DFB517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EF493-49E2-69B4-95D6-9C7276D6C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274A5-89C4-3942-3477-2D182BF8F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6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2026 전교인 한마음 체육대회 사후검토  ·  조원감리교회 문화홍보부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6FF6-8C73-711F-C2FE-098CF6E3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61">
            <a:extLst>
              <a:ext uri="{FF2B5EF4-FFF2-40B4-BE49-F238E27FC236}">
                <a16:creationId xmlns:a16="http://schemas.microsoft.com/office/drawing/2014/main" id="{6C080435-BA40-2265-729E-FFC10A153A0C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>
                <a:solidFill/>
              </a:rPr>
              <a:t>Ⅶ.</a:t>
            </a:r>
            <a:r>
              <a:rPr lang="ko-KR" altLang="en-US" dirty="0">
                <a:solidFill/>
              </a:rPr>
              <a:t>토의 주제</a:t>
            </a:r>
            <a:endParaRPr lang="ko-KR" altLang="en-US"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A492E77-225B-5D01-C28D-C3D9D69F204D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0DE9C-C565-3EB0-37F7-CFC0212F3AEC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60C7658-E8D0-8E2B-EA21-C8AC16AC27BA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1A6957-9193-A493-13CD-71F1AE8346E0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F6A4A3C-6F0F-DF5E-94A0-DBAA4C466644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139DC8E-C316-98E1-E3E0-F2B7594F09D6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D716A9-98A5-302B-CD88-4C4670847CDF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2F99F0D-9C09-999E-D3DA-0AB092A576C6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C3EFF36-ACD1-24F6-DB3D-EE220D1B31E1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C7F8A88-4F2B-40FD-0F2E-CE80CC14ECB4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6705E71-9ABF-03DA-DCAA-8062616D0C23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Rectangle 10">
            <a:extLst>
              <a:ext uri="{FF2B5EF4-FFF2-40B4-BE49-F238E27FC236}">
                <a16:creationId xmlns:a16="http://schemas.microsoft.com/office/drawing/2014/main" id="{1906C18A-BA37-15D3-FB13-DB65916CB8D4}"/>
              </a:ext>
            </a:extLst>
          </p:cNvPr>
          <p:cNvSpPr/>
          <p:nvPr/>
        </p:nvSpPr>
        <p:spPr>
          <a:xfrm>
            <a:off x="292950" y="902630"/>
            <a:ext cx="418596" cy="391753"/>
          </a:xfrm>
          <a:prstGeom prst="rect">
            <a:avLst/>
          </a:prstGeom>
          <a:solidFill>
            <a:srgbClr val="6FBE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88044E-1BB8-1463-C9FC-D05EDDE80BCE}"/>
              </a:ext>
            </a:extLst>
          </p:cNvPr>
          <p:cNvSpPr txBox="1"/>
          <p:nvPr/>
        </p:nvSpPr>
        <p:spPr>
          <a:xfrm>
            <a:off x="415477" y="942654"/>
            <a:ext cx="165743" cy="3416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맑은 고딕"/>
              </a:defRPr>
            </a:pPr>
            <a:r>
              <a:rPr lang="en-US" b="1" dirty="0">
                <a:solidFill>
                  <a:srgbClr val="FFFFFF"/>
                </a:solidFill>
                <a:latin typeface="맑은 고딕"/>
              </a:rPr>
              <a:t>2</a:t>
            </a:r>
            <a:endParaRPr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3EA4E9-1BDB-E35B-8FED-24A06BCF0DE4}"/>
              </a:ext>
            </a:extLst>
          </p:cNvPr>
          <p:cNvSpPr txBox="1"/>
          <p:nvPr/>
        </p:nvSpPr>
        <p:spPr>
          <a:xfrm>
            <a:off x="764695" y="996057"/>
            <a:ext cx="11683888" cy="2646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385B"/>
                </a:solidFill>
                <a:latin typeface="맑은 고딕"/>
              </a:defRPr>
            </a:pP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프로그램 운영 및 점심식사 개선(전 세대 공동 종목 요청 약 18건, 최다 의견)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08E595-B7AE-C409-0000-B104FC29D33F}"/>
              </a:ext>
            </a:extLst>
          </p:cNvPr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29D3D5-9AD2-D065-0A82-9890B2EB3F5C}"/>
              </a:ext>
            </a:extLst>
          </p:cNvPr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E41DC64-7068-33D9-597B-4DDE26F19842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7E83358E-B5D5-E505-60C7-473B996A6891}"/>
              </a:ext>
            </a:extLst>
          </p:cNvPr>
          <p:cNvSpPr/>
          <p:nvPr/>
        </p:nvSpPr>
        <p:spPr>
          <a:xfrm>
            <a:off x="601689" y="1517993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D175365E-5EA2-FCB5-0170-4E5B25650787}"/>
              </a:ext>
            </a:extLst>
          </p:cNvPr>
          <p:cNvSpPr txBox="1"/>
          <p:nvPr/>
        </p:nvSpPr>
        <p:spPr>
          <a:xfrm>
            <a:off x="820589" y="1454573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전 세대가 함께하는 프로그램 대안별 장단점 분석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0558409-6131-A491-0D42-A6448088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894961"/>
              </p:ext>
            </p:extLst>
          </p:nvPr>
        </p:nvGraphicFramePr>
        <p:xfrm>
          <a:off x="733527" y="1772006"/>
          <a:ext cx="10874954" cy="43562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191">
                  <a:extLst>
                    <a:ext uri="{9D8B030D-6E8A-4147-A177-3AD203B41FA5}">
                      <a16:colId xmlns:a16="http://schemas.microsoft.com/office/drawing/2014/main" val="32180854"/>
                    </a:ext>
                  </a:extLst>
                </a:gridCol>
                <a:gridCol w="3249404">
                  <a:extLst>
                    <a:ext uri="{9D8B030D-6E8A-4147-A177-3AD203B41FA5}">
                      <a16:colId xmlns:a16="http://schemas.microsoft.com/office/drawing/2014/main" val="664816117"/>
                    </a:ext>
                  </a:extLst>
                </a:gridCol>
                <a:gridCol w="2690604">
                  <a:extLst>
                    <a:ext uri="{9D8B030D-6E8A-4147-A177-3AD203B41FA5}">
                      <a16:colId xmlns:a16="http://schemas.microsoft.com/office/drawing/2014/main" val="905680235"/>
                    </a:ext>
                  </a:extLst>
                </a:gridCol>
                <a:gridCol w="3004755">
                  <a:extLst>
                    <a:ext uri="{9D8B030D-6E8A-4147-A177-3AD203B41FA5}">
                      <a16:colId xmlns:a16="http://schemas.microsoft.com/office/drawing/2014/main" val="3163086601"/>
                    </a:ext>
                  </a:extLst>
                </a:gridCol>
              </a:tblGrid>
              <a:tr h="4241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대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안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장점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단점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Cons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비고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066448"/>
                  </a:ext>
                </a:extLst>
              </a:tr>
              <a:tr h="12601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A안: 세대 혼합 종목 확대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+ ‘1인 1경기’ 원칙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가장 많은 요청(약 18건)을 직접 반영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목적 ② 세대 간 소통·화합 실현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응원·관람만 하던 성도도 경기 참여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  (첫 참가자 응원·관람 8명)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어르신·유아 체력 차이로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  종목 설계·안전 관리 부담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  ※ 경기 시간 증가 우려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1인 1경기 명단 관리 필요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요청과 행사 목적에 가장 부합하는 권장안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(예: 3대 이어달리기, 가족 협동 경기)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46602"/>
                  </a:ext>
                </a:extLst>
              </a:tr>
              <a:tr h="14715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B안: 연령별 분리 운영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(오후 아동 별도)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‘오후 아동 프로그램 부족’ 의견 해소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연령에 맞는 난이도·안전 확보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교회학교 교사 중심으로 운영 가능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세대 간 교류 감소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  ※ ‘함께하는 체육대회’ 취지 약화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별도 인력·공간·예산 필요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계획서 ‘연령별 프로그램 운영’ 항목에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담아 담임목사와 사전 협의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11449"/>
                  </a:ext>
                </a:extLst>
              </a:tr>
              <a:tr h="1200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C안: 현행 종목 유지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+ 일부 종목만 세대 혼합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준비 부담이 적고 기존 경험 활용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바로 적용 가능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요청(약 18건)을 일부만 반영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오후 아동 프로그램 공백 지속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준비 기간이 짧을 때 선택하는 최소안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707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868511"/>
      </p:ext>
    </p:extLst>
  </p:cSld>
  <p:clrMapOvr>
    <a:masterClrMapping/>
  </p:clrMapOvr>
</p:sld>
</file>

<file path=ppt/theme/theme1.xml><?xml version="1.0" encoding="utf-8"?>
<a:theme xmlns:a="http://schemas.openxmlformats.org/drawingml/2006/main" name="Hanmaeum Review">
  <a:themeElements>
    <a:clrScheme name="Hanmaeum Review">
      <a:dk1>
        <a:srgbClr val="1F2A3A"/>
      </a:dk1>
      <a:lt1>
        <a:srgbClr val="FFFFFF"/>
      </a:lt1>
      <a:dk2>
        <a:srgbClr val="123A63"/>
      </a:dk2>
      <a:lt2>
        <a:srgbClr val="F4F7FB"/>
      </a:lt2>
      <a:accent1>
        <a:srgbClr val="123A63"/>
      </a:accent1>
      <a:accent2>
        <a:srgbClr val="D4661F"/>
      </a:accent2>
      <a:accent3>
        <a:srgbClr val="2A6FB5"/>
      </a:accent3>
      <a:accent4>
        <a:srgbClr val="44546B"/>
      </a:accent4>
      <a:accent5>
        <a:srgbClr val="DCE3ED"/>
      </a:accent5>
      <a:accent6>
        <a:srgbClr val="E8A05E"/>
      </a:accent6>
      <a:hlink>
        <a:srgbClr val="2A6FB5"/>
      </a:hlink>
      <a:folHlink>
        <a:srgbClr val="44546B"/>
      </a:folHlink>
    </a:clrScheme>
    <a:fontScheme name="Hanmaeum Review">
      <a:majorFont>
        <a:latin typeface="나눔스퀘어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바른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/>
      </a:spPr>
      <a:bodyPr wrap="square" lIns="0" tIns="0" rIns="0" bIns="0" rtlCol="0" anchor="t"/>
      <a:lstStyle>
        <a:defPPr marL="0" indent="0" algn="l">
          <a:buNone/>
          <a:defRPr sz="1400" b="1" dirty="0">
            <a:solidFill>
              <a:schemeClr val="tx1"/>
            </a:solidFill>
            <a:latin typeface="+mj-ea"/>
            <a:ea typeface="+mj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2189</TotalTime>
  <Words>6336</Words>
  <Application>Microsoft Office PowerPoint</Application>
  <PresentationFormat>와이드스크린</PresentationFormat>
  <Paragraphs>1127</Paragraphs>
  <Slides>28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나눔바른고딕</vt:lpstr>
      <vt:lpstr>나눔스퀘어</vt:lpstr>
      <vt:lpstr>맑은 고딕</vt:lpstr>
      <vt:lpstr>Arial</vt:lpstr>
      <vt:lpstr>Hanmaeum Review</vt:lpstr>
      <vt:lpstr>PowerPoint 프레젠테이션</vt:lpstr>
      <vt:lpstr>순                서</vt:lpstr>
      <vt:lpstr>PowerPoint 프레젠테이션</vt:lpstr>
      <vt:lpstr>Ⅰ.개요 / 일반현황(1/2)</vt:lpstr>
      <vt:lpstr>Ⅰ.개요 / 일반현황(2/2)</vt:lpstr>
      <vt:lpstr>Ⅱ.체육대회 시행 절차 정립 (1/6)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전교인 한마음 체육대회 사후검토</dc:title>
  <dc:subject>PptxGenJS Presentation</dc:subject>
  <dc:creator>조원감리교회 문화홍보부</dc:creator>
  <cp:lastModifiedBy>맑음 오늘도</cp:lastModifiedBy>
  <cp:revision>4</cp:revision>
  <dcterms:created xsi:type="dcterms:W3CDTF">2026-10-09T22:16:44Z</dcterms:created>
  <dcterms:modified xsi:type="dcterms:W3CDTF">2026-10-16T06:24:42Z</dcterms:modified>
</cp:coreProperties>
</file>